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889911-ACF6-468D-54D0-A4BC6F61BF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CFF2290-1C01-7E0B-C33F-D087BFB330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4DE3B12-9F00-D459-3BF6-102BF2744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6B27-F439-4400-84D8-562DFEFE8515}" type="datetimeFigureOut">
              <a:rPr lang="it-IT" smtClean="0"/>
              <a:t>03/02/2024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C33B9E6-73A9-910D-20BC-C09925D42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E6FF53B-7C92-5C71-9600-FFEB418D0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35D5-F384-40A6-A810-D6019B1AA9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3599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2DA768-CB88-4ABD-C273-877EF1C7F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704785D-724E-9B36-F6E9-F6B591900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6D44E24-F80B-7E45-F06F-C4939DFC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6B27-F439-4400-84D8-562DFEFE8515}" type="datetimeFigureOut">
              <a:rPr lang="it-IT" smtClean="0"/>
              <a:t>03/02/2024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28424F-BF9E-B9A7-D2CB-6246F3AEA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D960513-DD57-A5F8-14C3-9B2B04118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35D5-F384-40A6-A810-D6019B1AA9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97724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3A44A2-08AD-F885-38F0-B4FF3D7D6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43484A4-F849-99BE-BBD4-51154176B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C980805-5CAA-080A-ADE6-1AC94E6EC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6B27-F439-4400-84D8-562DFEFE8515}" type="datetimeFigureOut">
              <a:rPr lang="it-IT" smtClean="0"/>
              <a:t>03/02/2024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C820744-8083-AA12-F91D-11BE648D0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07CCCB4-4085-AF41-CE2E-1AB20D86F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35D5-F384-40A6-A810-D6019B1AA9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26542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7641E18-975D-E30D-B6F6-717675F36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D7D2E1E-8EC4-377E-7A90-A90F12906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BF11742-857A-6D6D-ED50-A3D293DE79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AEF332E-5CC5-8383-F49A-714E2DF24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6B27-F439-4400-84D8-562DFEFE8515}" type="datetimeFigureOut">
              <a:rPr lang="it-IT" smtClean="0"/>
              <a:t>03/02/2024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C136A46-8C09-0223-F929-6C40DE5FD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33D8FFC-EFA0-5AB8-4579-D32A96950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35D5-F384-40A6-A810-D6019B1AA9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05803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7A2BDB9-3858-1A46-2A39-057381DB8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69069F5-40FD-1202-A54E-70FED7C3A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E2019D9-A00A-B845-AFCB-24B1BD496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C0AEB83-FDE1-BE70-6F71-CA8ADF4D6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1138BB5-6F3A-FD3B-4B40-DFE47CCCB4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4D255C3-AB49-BFB5-468D-ADBC9CF6C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6B27-F439-4400-84D8-562DFEFE8515}" type="datetimeFigureOut">
              <a:rPr lang="it-IT" smtClean="0"/>
              <a:t>03/02/2024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FD6B9FC-BE06-A59B-CA6F-B10393F57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4DF380B0-22B6-E309-650D-BB924063F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35D5-F384-40A6-A810-D6019B1AA9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3900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58806D-A01A-6932-73B9-6BD0ECAE8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2B2E630-E60E-AF45-E810-50E87B12C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6B27-F439-4400-84D8-562DFEFE8515}" type="datetimeFigureOut">
              <a:rPr lang="it-IT" smtClean="0"/>
              <a:t>03/02/2024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CEB8E04-3BD8-81ED-6708-78EADC832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98BC5B1-69FE-06DC-8DA3-AE979713A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35D5-F384-40A6-A810-D6019B1AA9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1382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12079A0-8E7B-5D63-119F-3DE35ED70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6B27-F439-4400-84D8-562DFEFE8515}" type="datetimeFigureOut">
              <a:rPr lang="it-IT" smtClean="0"/>
              <a:t>03/02/2024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4F02C62-76F6-CD26-4411-8F272F93D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525B48A-88AC-5C40-0892-9F5E1997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35D5-F384-40A6-A810-D6019B1AA9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64274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5AFF682-83BE-8633-7C01-0B3D4399A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D11BBB1-7081-FDD7-645D-90B49C882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5465877-D0E3-B62E-A15D-20757EF1E8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C5B5882-0186-DCFB-B9B7-9A9C6BE59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6B27-F439-4400-84D8-562DFEFE8515}" type="datetimeFigureOut">
              <a:rPr lang="it-IT" smtClean="0"/>
              <a:t>03/02/2024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0D71E48-2FE5-A63B-CBFB-2943761B4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022B9B5-FF65-5B8D-9C6F-35492A57D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35D5-F384-40A6-A810-D6019B1AA9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78514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C914B17-0183-191A-B67B-99983358D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972ED35-B848-D641-457D-353FC3BD16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ECF1F90-4AC9-98E6-E222-656163C59A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99BE883-114E-1955-586F-CC3950415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6B27-F439-4400-84D8-562DFEFE8515}" type="datetimeFigureOut">
              <a:rPr lang="it-IT" smtClean="0"/>
              <a:t>03/02/2024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334D298-B100-0B20-55F1-63899101F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28F0AEE-75EA-81FB-5B85-3BB7BCF62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35D5-F384-40A6-A810-D6019B1AA9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39602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F25139-C89B-186C-5F2B-FA131F550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BCD8EEC-2FAA-4BCC-0979-F773CA429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A99DE49-8A30-6D10-EC8E-FC1E49E4C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6B27-F439-4400-84D8-562DFEFE8515}" type="datetimeFigureOut">
              <a:rPr lang="it-IT" smtClean="0"/>
              <a:t>03/02/2024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9D7FCCA-672F-F500-EFF7-E36DBED08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6AECF6A-4546-3317-6893-D7CCC29AD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35D5-F384-40A6-A810-D6019B1AA9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51910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A59D260C-5008-1483-549F-CAC1E50EFE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B0B6764-DE97-B2AB-D392-48B098B40D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4667A1B-505D-B36F-B57B-5C20704C8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6B27-F439-4400-84D8-562DFEFE8515}" type="datetimeFigureOut">
              <a:rPr lang="it-IT" smtClean="0"/>
              <a:t>03/02/2024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241D5A0-1C80-1009-ED37-7E62DB62C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EDA116C-F288-9B4C-E7F7-D61B575C0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35D5-F384-40A6-A810-D6019B1AA9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6068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CDE28B4-6CDB-3B3A-6DC1-373EB3066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2C375B7-6811-0901-7A09-D54F364A5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4ED52E6-3B80-057F-002F-758E3357C8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026B27-F439-4400-84D8-562DFEFE8515}" type="datetimeFigureOut">
              <a:rPr lang="it-IT" smtClean="0"/>
              <a:t>03/02/2024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3F08CD2-EEC1-CCED-00D5-197D39BB03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4BD0058-DACE-70A7-0449-EE3E1573EF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1B35D5-F384-40A6-A810-D6019B1AA9B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4994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FBE25E4-5C3C-5FD9-42D7-9F997539EC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en-US" dirty="0"/>
              <a:t>Food Alchemy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ADAD962-2D30-2E79-47AC-3C0906E46F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r>
              <a:rPr lang="en-US" sz="2200" dirty="0"/>
              <a:t>Cambianica Riccardo 865877</a:t>
            </a:r>
          </a:p>
          <a:p>
            <a:pPr algn="r"/>
            <a:r>
              <a:rPr lang="en-US" sz="2200" dirty="0"/>
              <a:t>Dolan Radu 866267</a:t>
            </a:r>
          </a:p>
          <a:p>
            <a:pPr algn="r"/>
            <a:r>
              <a:rPr lang="en-US" sz="2200" dirty="0" err="1"/>
              <a:t>Luzzana</a:t>
            </a:r>
            <a:r>
              <a:rPr lang="en-US" sz="2200" dirty="0"/>
              <a:t> Nicola 866087</a:t>
            </a:r>
          </a:p>
          <a:p>
            <a:pPr algn="r"/>
            <a:r>
              <a:rPr lang="en-US" sz="2200" dirty="0"/>
              <a:t>Singh </a:t>
            </a:r>
            <a:r>
              <a:rPr lang="en-US" sz="2200" dirty="0" err="1"/>
              <a:t>Probjot</a:t>
            </a:r>
            <a:r>
              <a:rPr lang="en-US" sz="2200" dirty="0"/>
              <a:t> 869434</a:t>
            </a:r>
          </a:p>
          <a:p>
            <a:pPr algn="r"/>
            <a:r>
              <a:rPr lang="en-US" sz="2200" dirty="0" err="1"/>
              <a:t>Vecchi</a:t>
            </a:r>
            <a:r>
              <a:rPr lang="en-US" sz="2200" dirty="0"/>
              <a:t> Lorenzo 865932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200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7" name="Immagine 6" descr="Immagine che contiene Elementi grafici, cerchio, cartone animato, design&#10;&#10;Descrizione generata automaticamente">
            <a:extLst>
              <a:ext uri="{FF2B5EF4-FFF2-40B4-BE49-F238E27FC236}">
                <a16:creationId xmlns:a16="http://schemas.microsoft.com/office/drawing/2014/main" id="{59DAA6C3-16F6-C763-3821-C90A9294206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0" r="3" b="3"/>
          <a:stretch/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026" name="Picture 2" descr="Home page | Dipartimento di Informatica, Sistemistica e Comunicazione">
            <a:extLst>
              <a:ext uri="{FF2B5EF4-FFF2-40B4-BE49-F238E27FC236}">
                <a16:creationId xmlns:a16="http://schemas.microsoft.com/office/drawing/2014/main" id="{EE521CA5-A6F6-0B28-B533-85F14F9D9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7226" y="254686"/>
            <a:ext cx="1524000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esentazione | Dipartimento di Informatica, Sistemistica e Comunicazione">
            <a:extLst>
              <a:ext uri="{FF2B5EF4-FFF2-40B4-BE49-F238E27FC236}">
                <a16:creationId xmlns:a16="http://schemas.microsoft.com/office/drawing/2014/main" id="{601097F0-A40A-087F-A46B-C9FA3323B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5505" y="368986"/>
            <a:ext cx="140970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7048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E2D9EA0-882F-75D9-C1CA-94CF372B5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it-IT" sz="3600" dirty="0">
                <a:solidFill>
                  <a:srgbClr val="FFFFFF"/>
                </a:solidFill>
              </a:rPr>
              <a:t>FUNZIONALITA’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1BB305E-A674-5ABA-19E0-B19750881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it-IT" sz="2000" dirty="0"/>
              <a:t>GESTIONE «VIRTUALE» DEL FRIGORIFERO DI CASA</a:t>
            </a:r>
          </a:p>
          <a:p>
            <a:r>
              <a:rPr lang="it-IT" sz="2000" dirty="0"/>
              <a:t>RICERCA DI RICETTE PER INGREDIENTI</a:t>
            </a:r>
          </a:p>
          <a:p>
            <a:r>
              <a:rPr lang="it-IT" sz="2000" dirty="0"/>
              <a:t>DISCOVERY DI NUOVE RICETTE (PRIMI PIATTI, SECONDI, DESSERT E ANTIPASTI)</a:t>
            </a:r>
          </a:p>
          <a:p>
            <a:r>
              <a:rPr lang="it-IT" sz="2000" dirty="0"/>
              <a:t>AGGIUNTA DI RICETTE PREFERITE</a:t>
            </a:r>
          </a:p>
        </p:txBody>
      </p:sp>
    </p:spTree>
    <p:extLst>
      <p:ext uri="{BB962C8B-B14F-4D97-AF65-F5344CB8AC3E}">
        <p14:creationId xmlns:p14="http://schemas.microsoft.com/office/powerpoint/2010/main" val="608405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436E930-B571-C29B-D1DE-79FDDDA10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it-IT" sz="2800" dirty="0">
                <a:solidFill>
                  <a:srgbClr val="FFFFFF"/>
                </a:solidFill>
              </a:rPr>
              <a:t>ARCHITETTURA DELL’APPLICAZIONE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Segnaposto contenuto 15" descr="Immagine che contiene testo, schermata, diagramma, design&#10;&#10;Descrizione generata automaticamente">
            <a:extLst>
              <a:ext uri="{FF2B5EF4-FFF2-40B4-BE49-F238E27FC236}">
                <a16:creationId xmlns:a16="http://schemas.microsoft.com/office/drawing/2014/main" id="{0CDC2341-E359-3B91-5201-09DD1935B9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0399" y="65323"/>
            <a:ext cx="5156710" cy="6727353"/>
          </a:xfrm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BBFAAAF4-0881-294F-8614-6C8A3B439506}"/>
              </a:ext>
            </a:extLst>
          </p:cNvPr>
          <p:cNvSpPr txBox="1"/>
          <p:nvPr/>
        </p:nvSpPr>
        <p:spPr>
          <a:xfrm>
            <a:off x="9227846" y="2828834"/>
            <a:ext cx="29611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/>
              <a:t>L'applicazione segue</a:t>
            </a:r>
          </a:p>
          <a:p>
            <a:pPr algn="ctr"/>
            <a:r>
              <a:rPr lang="it-IT" dirty="0"/>
              <a:t>principalmente l'architettura</a:t>
            </a:r>
          </a:p>
          <a:p>
            <a:pPr algn="ctr"/>
            <a:r>
              <a:rPr lang="it-IT" dirty="0"/>
              <a:t>MVVM</a:t>
            </a:r>
          </a:p>
          <a:p>
            <a:pPr algn="ctr"/>
            <a:r>
              <a:rPr lang="it-IT" dirty="0"/>
              <a:t>(Model-View-</a:t>
            </a:r>
            <a:r>
              <a:rPr lang="it-IT" dirty="0" err="1"/>
              <a:t>ViewModel</a:t>
            </a:r>
            <a:r>
              <a:rPr lang="it-I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189418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Viola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60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di Office</vt:lpstr>
      <vt:lpstr>Food Alchemy</vt:lpstr>
      <vt:lpstr>FUNZIONALITA’</vt:lpstr>
      <vt:lpstr>ARCHITETTURA DELL’APPLICAZIONE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 Alchemy</dc:title>
  <dc:creator>r.cambianica@campus.unimib.it</dc:creator>
  <cp:lastModifiedBy>r.cambianica@campus.unimib.it</cp:lastModifiedBy>
  <cp:revision>1</cp:revision>
  <dcterms:created xsi:type="dcterms:W3CDTF">2024-02-03T14:21:30Z</dcterms:created>
  <dcterms:modified xsi:type="dcterms:W3CDTF">2024-02-03T14:39:42Z</dcterms:modified>
</cp:coreProperties>
</file>